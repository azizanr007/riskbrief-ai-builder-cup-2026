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zizanr007/riskbrief-ai-builder-cup-2026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FFFFFF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FFFFFF"/>
                </a:solidFill>
                <a:latin typeface="Liberation Sans"/>
              </a:rPr>
              <a:t>RiskBrief BFSI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FFFFFF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10789920" cy="1554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700" b="0">
                <a:solidFill>
                  <a:srgbClr val="FFFFFF"/>
                </a:solidFill>
                <a:latin typeface="Liberation Sans"/>
              </a:rPr>
              <a:t>Evidence-led risk intelligence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700" b="0">
                <a:solidFill>
                  <a:srgbClr val="FFFFFF"/>
                </a:solidFill>
                <a:latin typeface="Liberation Sans"/>
              </a:rPr>
              <a:t>with constrained AI and human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931920"/>
            <a:ext cx="1069848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200" b="0">
                <a:solidFill>
                  <a:srgbClr val="BDDCA8"/>
                </a:solidFill>
                <a:latin typeface="Liberation Sans"/>
              </a:rPr>
              <a:t>BFSI — Intelligent Risk, Fraud &amp; Financial Experiences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120640"/>
            <a:ext cx="1069848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Liberation Sans"/>
              </a:rPr>
              <a:t>Verified local implementation · 13 October 2026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FFFFFF"/>
                </a:solidFill>
                <a:latin typeface="Liberation Sans"/>
              </a:rPr>
              <a:t>Google cloud execution and submission remain pending authentication.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A risk brief should show its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Aggregate triage for analysts and reviewers in banking, financial services and insurance.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5349240" cy="333756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36208" y="2468880"/>
            <a:ext cx="5349240" cy="333756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15768"/>
            <a:ext cx="4709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300" b="1">
                <a:solidFill>
                  <a:srgbClr val="2E7248"/>
                </a:solidFill>
                <a:latin typeface="Liberation Sans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470916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000" b="0">
                <a:solidFill>
                  <a:srgbClr val="16382B"/>
                </a:solidFill>
                <a:latin typeface="Liberation Sans"/>
              </a:rPr>
              <a:t>Concentration, delinquency changes and alert volumes can be difficult to scan consistently.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000" b="0">
                <a:solidFill>
                  <a:srgbClr val="16382B"/>
                </a:solidFill>
                <a:latin typeface="Liberation Sans"/>
              </a:rPr>
              <a:t>An unsupported generated summary can hide its source evidence and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15768"/>
            <a:ext cx="4709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300" b="1">
                <a:solidFill>
                  <a:srgbClr val="2E7248"/>
                </a:solidFill>
                <a:latin typeface="Liberation Sans"/>
              </a:rPr>
              <a:t>The prototype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3337560"/>
            <a:ext cx="4709160" cy="20116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900" b="0">
                <a:solidFill>
                  <a:srgbClr val="16382B"/>
                </a:solidFill>
                <a:latin typeface="Liberation Sans"/>
              </a:rPr>
              <a:t>Calculate illustrative indicators from synthetic data.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900" b="0">
                <a:solidFill>
                  <a:srgbClr val="16382B"/>
                </a:solidFill>
                <a:latin typeface="Liberation Sans"/>
              </a:rPr>
              <a:t>Ask Gemini to select supported findings.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900" b="0">
                <a:solidFill>
                  <a:srgbClr val="16382B"/>
                </a:solidFill>
                <a:latin typeface="Liberation Sans"/>
              </a:rPr>
              <a:t>Validate each citation, then let an authorized human reviewer decide.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One inspectable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Model-selected findings remain separate from deterministic facts and the human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06040"/>
            <a:ext cx="2029968" cy="324612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834640"/>
            <a:ext cx="17739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01 · Submit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703320"/>
            <a:ext cx="1773936" cy="1810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0">
                <a:solidFill>
                  <a:srgbClr val="16382B"/>
                </a:solidFill>
                <a:latin typeface="Liberation Sans"/>
              </a:rPr>
              <a:t>Provisioned analyst signs in and loads strict synthetic JSON.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3784" y="2606040"/>
            <a:ext cx="2029968" cy="324612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834640"/>
            <a:ext cx="17739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02 ·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3703320"/>
            <a:ext cx="1773936" cy="1810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0">
                <a:solidFill>
                  <a:srgbClr val="16382B"/>
                </a:solidFill>
                <a:latin typeface="Liberation Sans"/>
              </a:rPr>
              <a:t>Local thresholds produce evidence IDs and a reproducible input hash.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2606040"/>
            <a:ext cx="2029968" cy="324612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9512" y="2834640"/>
            <a:ext cx="17739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03 · Select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3703320"/>
            <a:ext cx="1773936" cy="1810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0">
                <a:solidFill>
                  <a:srgbClr val="16382B"/>
                </a:solidFill>
                <a:latin typeface="Liberation Sans"/>
              </a:rPr>
              <a:t>Firebase AI Logic asks Gemini for allowed IDs and finding codes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42631" y="2606040"/>
            <a:ext cx="2029968" cy="324612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88936" y="2834640"/>
            <a:ext cx="17739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04 ·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936" y="3703320"/>
            <a:ext cx="1773936" cy="1810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0">
                <a:solidFill>
                  <a:srgbClr val="16382B"/>
                </a:solidFill>
                <a:latin typeface="Liberation Sans"/>
              </a:rPr>
              <a:t>Reject unknown citations, unsupported findings and missing uncertainty.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92056" y="2606040"/>
            <a:ext cx="2029968" cy="324612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834640"/>
            <a:ext cx="1773936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05 ·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3703320"/>
            <a:ext cx="1773936" cy="1810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0">
                <a:solidFill>
                  <a:srgbClr val="16382B"/>
                </a:solidFill>
                <a:latin typeface="Liberation Sans"/>
              </a:rPr>
              <a:t>Save a pending brief. An active reviewer approves or rejects once.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Google-native web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The original Python/SQLite v0.4 service stays separate; Firebase Hosting serves static assets.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04872"/>
            <a:ext cx="2971800" cy="603504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505456"/>
            <a:ext cx="26517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E7248"/>
                </a:solidFill>
                <a:latin typeface="Liberation Sans"/>
              </a:rPr>
              <a:t>Firebase Hosting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22191" y="2441448"/>
            <a:ext cx="7699248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16382B"/>
                </a:solidFill>
                <a:latin typeface="Liberation Sans"/>
              </a:rPr>
              <a:t>Existing target site configured in source; authenticated deployment remains unverified.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27248"/>
            <a:ext cx="2971800" cy="603504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3227832"/>
            <a:ext cx="26517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E7248"/>
                </a:solidFill>
                <a:latin typeface="Liberation Sans"/>
              </a:rPr>
              <a:t>Firebase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3163824"/>
            <a:ext cx="7699248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16382B"/>
                </a:solidFill>
                <a:latin typeface="Liberation Sans"/>
              </a:rPr>
              <a:t>Sign-in-only interface for provisioned accounts; role lookup fails closed.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849624"/>
            <a:ext cx="2971800" cy="603504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950208"/>
            <a:ext cx="26517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E7248"/>
                </a:solidFill>
                <a:latin typeface="Liberation Sans"/>
              </a:rPr>
              <a:t>Firebase AI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3886200"/>
            <a:ext cx="7699248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16382B"/>
                </a:solidFill>
                <a:latin typeface="Liberation Sans"/>
              </a:rPr>
              <a:t>Official SDK + Gemini Developer API; candidate gemini-3.5-flash-lite; no Gemini key in client.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572000"/>
            <a:ext cx="2971800" cy="603504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672584"/>
            <a:ext cx="26517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E7248"/>
                </a:solidFill>
                <a:latin typeface="Liberation Sans"/>
              </a:rPr>
              <a:t>Cloud Firestore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4608576"/>
            <a:ext cx="7699248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16382B"/>
                </a:solidFill>
                <a:latin typeface="Liberation Sans"/>
              </a:rPr>
              <a:t>Document ownership, active reviewer permissions, one final decision, append-only client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294376"/>
            <a:ext cx="2971800" cy="603504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5394960"/>
            <a:ext cx="265176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700" b="1">
                <a:solidFill>
                  <a:srgbClr val="2E7248"/>
                </a:solidFill>
                <a:latin typeface="Liberation Sans"/>
              </a:rPr>
              <a:t>Firebase App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1" y="5330952"/>
            <a:ext cx="7699248" cy="6309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600" b="0">
                <a:solidFill>
                  <a:srgbClr val="16382B"/>
                </a:solidFill>
                <a:latin typeface="Liberation Sans"/>
              </a:rPr>
              <a:t>Production reCAPTCHA Enterprise required; enforcement, API restrictions and quota must be verified.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Synthetic evidence drives every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Illustrative, uncalibrated test data — no real portfolio or customer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5577840" cy="352044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724912"/>
            <a:ext cx="5029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300" b="1">
                <a:solidFill>
                  <a:srgbClr val="2E7248"/>
                </a:solidFill>
                <a:latin typeface="Liberation Sans"/>
              </a:rPr>
              <a:t>E001 · Retail / synthetic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429000"/>
            <a:ext cx="5029200" cy="2057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6382B"/>
                </a:solidFill>
                <a:latin typeface="Liberation Sans"/>
              </a:rPr>
              <a:t>52% exposure share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6382B"/>
                </a:solidFill>
                <a:latin typeface="Liberation Sans"/>
              </a:rPr>
              <a:t>9.1% delinquency; prior 6.1%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6382B"/>
                </a:solidFill>
                <a:latin typeface="Liberation Sans"/>
              </a:rPr>
              <a:t>3.0 percentage-point deterioration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400" b="0">
                <a:solidFill>
                  <a:srgbClr val="16382B"/>
                </a:solidFill>
                <a:latin typeface="Liberation Sans"/>
              </a:rPr>
              <a:t>12 illustrative fraud alerts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715768"/>
            <a:ext cx="48920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200" b="1">
                <a:solidFill>
                  <a:srgbClr val="2E7248"/>
                </a:solidFill>
                <a:latin typeface="Liberation Sans"/>
              </a:rPr>
              <a:t>Constrained model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3410712"/>
            <a:ext cx="4892040" cy="2423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Input: IDs, fixed segment labels and computed codes.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Output: JSON findings and three mandatory uncertainty labels.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No tools, actions, predictions or new measurements.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Validated IDs render fixed evidence-linked wording.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Governance and explicit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Informational support only; the prototype cannot adjudicate credit, fraud or investments.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5349240" cy="150876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60320"/>
            <a:ext cx="490118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2E7248"/>
                </a:solidFill>
                <a:latin typeface="Liberation Sans"/>
              </a:rPr>
              <a:t>Identity &amp;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026664"/>
            <a:ext cx="4901184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Rules isolate owner records. Reviewer membership must be active. Final decisions cannot be rewritten by clients.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423160"/>
            <a:ext cx="5349240" cy="150876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560320"/>
            <a:ext cx="490118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2E7248"/>
                </a:solidFill>
                <a:latin typeface="Liberation Sans"/>
              </a:rPr>
              <a:t>Evidence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026664"/>
            <a:ext cx="4901184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Unknown IDs, duplicate citations and unsupported findings are rejected. Synthetic, calibration and human-review uncertainty are mandatory.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23944"/>
            <a:ext cx="5349240" cy="150876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4261104"/>
            <a:ext cx="490118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2E7248"/>
                </a:solidFill>
                <a:latin typeface="Liberation Sans"/>
              </a:rPr>
              <a:t>Bounded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4727448"/>
            <a:ext cx="4901184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400 output tokens, 20-second SDK timeout, one in-flight UI request. Cloud quotas and App Check still require authenticated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4123944"/>
            <a:ext cx="5349240" cy="150876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4261104"/>
            <a:ext cx="4901184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000" b="1">
                <a:solidFill>
                  <a:srgbClr val="2E7248"/>
                </a:solidFill>
                <a:latin typeface="Liberation Sans"/>
              </a:rPr>
              <a:t>Trust boundary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4727448"/>
            <a:ext cx="4901184" cy="8046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A static client can be modified. Rules cannot recompute analysis or authenticate model provenance. Client audit is not independently immutable.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Verification is recorded,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Executed local release checks on 13 October 2026. Service fixtures do not represent real Gemini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3447288" cy="169164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79192"/>
            <a:ext cx="2926080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4500" b="1">
                <a:solidFill>
                  <a:srgbClr val="2E7248"/>
                </a:solidFill>
                <a:latin typeface="Liberation San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21024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Domain &amp;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468880"/>
            <a:ext cx="3447288" cy="169164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679192"/>
            <a:ext cx="2926080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4500" b="1">
                <a:solidFill>
                  <a:srgbClr val="2E7248"/>
                </a:solidFill>
                <a:latin typeface="Liberation San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621024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Chromium / mocked SDK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468880"/>
            <a:ext cx="3447288" cy="1691640"/>
          </a:xfrm>
          <a:prstGeom prst="roundRect">
            <a:avLst/>
          </a:prstGeom>
          <a:solidFill>
            <a:srgbClr val="E4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679192"/>
            <a:ext cx="2926080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4500" b="1">
                <a:solidFill>
                  <a:srgbClr val="2E7248"/>
                </a:solidFill>
                <a:latin typeface="Liberation San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21024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16382B"/>
                </a:solidFill>
                <a:latin typeface="Liberation Sans"/>
              </a:rPr>
              <a:t>Actual Firestore Emulator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62856"/>
            <a:ext cx="10972800" cy="1417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Production build: passed. Desktop 1280 px / mobile 390 px: passed; no external requests or fixture code.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Application npm audit: 0 known vulnerabilities. Frozen Python v0.4: 77 passed, recorded on October 10.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</a:rPr>
              <a:t>Real Gemini invocation: not verified. Deployment: not verified; target endpoint returned HTTP 404.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100" b="1">
                <a:solidFill>
                  <a:srgbClr val="16382B"/>
                </a:solidFill>
                <a:latin typeface="Liberation Sans"/>
              </a:rPr>
              <a:t>RISKBRIEF  /  AI BUILDER CUP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3300" b="1">
                <a:solidFill>
                  <a:srgbClr val="16382B"/>
                </a:solidFill>
                <a:latin typeface="Liberation Sans"/>
              </a:rPr>
              <a:t>Release materials and submission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972800" cy="640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4A6358"/>
                </a:solidFill>
                <a:latin typeface="Liberation Sans"/>
              </a:rPr>
              <a:t>No invented deployments, usage, customers, impact measurements, participants or submission receipts.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SYNTHETIC-DATA PROTOTYPE · NO FINANCIAL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1148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900" b="0">
                <a:solidFill>
                  <a:srgbClr val="16382B"/>
                </a:solidFill>
                <a:latin typeface="Liberation San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41448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Public independent source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53512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800" b="0">
                <a:solidFill>
                  <a:srgbClr val="16382B"/>
                </a:solidFill>
                <a:latin typeface="Liberation Sans"/>
                <a:hlinkClick r:id="rId2"/>
              </a:rPr>
              <a:t>https://github.com/azizanr007/riskbrief-ai-builder-cup-2026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8503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2100" b="1">
                <a:solidFill>
                  <a:srgbClr val="2E7248"/>
                </a:solidFill>
                <a:latin typeface="Liberation Sans"/>
              </a:rPr>
              <a:t>Required next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51960"/>
            <a:ext cx="10972800" cy="8412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900" b="0">
                <a:solidFill>
                  <a:srgbClr val="16382B"/>
                </a:solidFill>
                <a:latin typeface="Liberation Sans"/>
              </a:rPr>
              <a:t>Authenticated Spark/billing and App Check checks; one real free-tier Gemini response; HTTPS deployment; genuine public demo video; registered team/dashboard confirmation.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04104"/>
            <a:ext cx="1097280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sz="1500" b="0">
                <a:solidFill>
                  <a:srgbClr val="4A6358"/>
                </a:solidFill>
                <a:latin typeface="Liberation Sans"/>
              </a:rPr>
              <a:t>Official dates checked October 13: registration closed October 11; team formation through October 14; prototype deadline October 18. Eligibility: working professionals, 21+, JAPAC, 2–4 registered members. Dashboard template and team status remain unverified.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RiskBrief BFSI — Evidence-Led Risk Intelligence</dc:title>
  <dc:subject>AI Builder Cup 2026 — BFSI</dc:subject>
  <dc:creator>RiskBrief</dc:creator>
  <cp:keywords/>
  <dc:description>Verification snapshot: 13 October 2026. Cloud execution and participant eligibility remain unverified.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